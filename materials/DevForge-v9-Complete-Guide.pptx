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全6フェーズのアジェンダ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⚒️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DevForge v9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AI駆動開発 統合プラットフォーム — 完全解説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3474720"/>
            <a:ext cx="164592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35204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285KB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3977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ファイルサイズ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34640" y="3474720"/>
            <a:ext cx="164592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34640" y="35204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60+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834640" y="3977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生成ファイル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3474720"/>
            <a:ext cx="164592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35204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754880" y="3977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75120" y="3474720"/>
            <a:ext cx="164592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75120" y="35204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36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675120" y="3977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モジュール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エンジニアリングのタネ制作委員会 ｜ 作成者：にしあん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1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DevForge v9 完全解説 — © 2026 エンジニアリングのタネ制作委員会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アジェンダ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40080" y="109728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280160" y="1051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🧠  基礎概念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657600" y="10515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DevForge v9とは何か・8つの柱・アーキテクチャ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1719072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1719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280160" y="167335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🔧  準備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657600" y="167335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動作環境・起動方法・3つの初期選択・データ保存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2340864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2340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280160" y="229514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🚀  手順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3657600" y="229514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1→2→3・複雑度分析・ファイル生成・エクスポート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40080" y="2962656"/>
            <a:ext cx="457200" cy="45720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" y="29626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280160" y="29169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 応用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3657600" y="291693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エディタ・差分・Explorer・AIランチャー・プロジェクト管理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40080" y="3584448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3" name="Text 20"/>
          <p:cNvSpPr/>
          <p:nvPr/>
        </p:nvSpPr>
        <p:spPr>
          <a:xfrm>
            <a:off x="640080" y="3584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280160" y="35387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⚠️  よくある失敗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3657600" y="353872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6つの典型パターンと対処法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40080" y="4206240"/>
            <a:ext cx="457200" cy="45720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27" name="Text 24"/>
          <p:cNvSpPr/>
          <p:nvPr/>
        </p:nvSpPr>
        <p:spPr>
          <a:xfrm>
            <a:off x="64008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280160" y="4160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まとめ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3657600" y="41605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全体フロー・数字で振り返り・活用シーン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D4E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>
                    <a:alpha val="8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①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🧠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基礎概念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3832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DevForge v9とは何か — 8つの柱 — 内部アーキテクチャ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DevForge v9 完全解説 — © 2026 エンジニアリングのタネ制作委員会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DevForge v9 とは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質問に答えるだけで60+ファイルを自動生成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ソフトウェア開発に必要なドキュメント・設定ファイル・AIルール・ロードマップを、チャット形式の対話で約20問に答えるだけで一括生成するブラウザベースのツール。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たった1つのHTMLファイル (285KB)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サーバー不要・インストール不要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日本語/英語 完全バイリンガル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ダーク/ライトテーマ対応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オフラインでも動作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0" y="1097280"/>
            <a:ext cx="1828800" cy="1554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0" y="12801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60+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0" y="2057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生成ファイル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95160" y="1097280"/>
            <a:ext cx="1828800" cy="1554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995160" y="12801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231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995160" y="2057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技術DB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0" y="2926080"/>
            <a:ext cx="1828800" cy="1554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0" y="31089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26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029200" y="3886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プリセット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95160" y="2926080"/>
            <a:ext cx="1828800" cy="1554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95160" y="31089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995160" y="3886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AIツール対応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DevForge v9 完全解説 — © 2026 エンジニアリングのタネ制作委員会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なぜ DevForge v9 が必要か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344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🤔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課題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AI駆動開発の普及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AIに仕様を正確に伝える必要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3375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ドキュメント作成に数日〜数週間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08960" y="23774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3474720" y="109728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74720" y="12344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⚒️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474720" y="1783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DevForge v9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749040" y="23317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チャットで約20問に回答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49040" y="28346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60+ファイル自動生成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49040" y="33375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10分で完了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35040" y="23774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6400800" y="109728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0" y="12344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🚀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400800" y="1783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成果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675120" y="23317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AIが仕様を理解したコード生成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75120" y="28346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チーム全員が同じ仕様を共有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75120" y="33375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開発着手までの時間を1/10に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DevForge v9 完全解説 — © 2026 エンジニアリングのタネ制作委員会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 Pillars アーキテクチャ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965960" cy="16916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1188720"/>
            <a:ext cx="594360" cy="5943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188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①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SDD統合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仕様書5ファイル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1051560"/>
            <a:ext cx="1965960" cy="16916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188720"/>
            <a:ext cx="594360" cy="59436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188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06040" y="18745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DevContainer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606040" y="22860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Docker設定4ファイル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051560"/>
            <a:ext cx="1965960" cy="16916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40680" y="1188720"/>
            <a:ext cx="594360" cy="59436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5440680" y="1188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③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0" y="18745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MCP設定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54880" y="22860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AI連携3ファイル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03720" y="1051560"/>
            <a:ext cx="1965960" cy="16916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589520" y="1188720"/>
            <a:ext cx="594360" cy="59436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22" name="Text 20"/>
          <p:cNvSpPr/>
          <p:nvPr/>
        </p:nvSpPr>
        <p:spPr>
          <a:xfrm>
            <a:off x="7589520" y="1188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④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03720" y="187452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AIルール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03720" y="22860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10ツール対応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2971800"/>
            <a:ext cx="1965960" cy="16916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143000" y="3108960"/>
            <a:ext cx="594360" cy="5943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7" name="Text 25"/>
          <p:cNvSpPr/>
          <p:nvPr/>
        </p:nvSpPr>
        <p:spPr>
          <a:xfrm>
            <a:off x="1143000" y="3108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⑤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37947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Explorer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7200" y="42062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7スタック比較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606040" y="2971800"/>
            <a:ext cx="1965960" cy="16916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91840" y="3108960"/>
            <a:ext cx="594360" cy="59436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32" name="Text 30"/>
          <p:cNvSpPr/>
          <p:nvPr/>
        </p:nvSpPr>
        <p:spPr>
          <a:xfrm>
            <a:off x="3291840" y="3108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⑥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606040" y="37947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2606040" y="42062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健全性・TechDB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54880" y="2971800"/>
            <a:ext cx="1965960" cy="16916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440680" y="3108960"/>
            <a:ext cx="594360" cy="594360"/>
          </a:xfrm>
          <a:prstGeom prst="ellipse">
            <a:avLst/>
          </a:prstGeom>
          <a:solidFill>
            <a:srgbClr val="EAB308"/>
          </a:solidFill>
          <a:ln/>
        </p:spPr>
      </p:sp>
      <p:sp>
        <p:nvSpPr>
          <p:cNvPr id="37" name="Text 35"/>
          <p:cNvSpPr/>
          <p:nvPr/>
        </p:nvSpPr>
        <p:spPr>
          <a:xfrm>
            <a:off x="5440680" y="3108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⑦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754880" y="37947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4754880" y="42062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9段階チェック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903720" y="2971800"/>
            <a:ext cx="1965960" cy="16916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589520" y="3108960"/>
            <a:ext cx="594360" cy="5943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2" name="Text 40"/>
          <p:cNvSpPr/>
          <p:nvPr/>
        </p:nvSpPr>
        <p:spPr>
          <a:xfrm>
            <a:off x="7589520" y="3108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⑧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903720" y="37947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AIランチャー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903720" y="42062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プロンプト構築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DevForge v9 完全解説 — © 2026 エンジニアリングのタネ制作委員会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Pillar ①〜④: ファイル生成エンジン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011680"/>
                <a:gridCol w="3657600"/>
                <a:gridCol w="914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生成エンジン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出力ファイル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ファイル数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① SDD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genPillar1_SDD()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sdd.md, tech-context.md, project-brief.md, decisions-log.md, assumptions.md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② DevContainer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genPillar2_DevContainer()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devcontainer.json, Dockerfile, docker-compose.yml, .env.example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③ MCP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genPillar3_MCP()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config.json, tools.json, prompts.json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④ AIルール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genPillar4_AIRules()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CLAUDE.md, .cursorrules, .windsurfrules, copilot-instructions.md 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docs/ (23ファイル) + roadmap/ (9ファイル) + 共通ファイル (6+)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合計 60+ ファイル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DevForge v9 完全解説 — © 2026 エンジニアリングのタネ制作委員会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内部アーキテクチャ — 36モジュール構成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73152" cy="8046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97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core/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modules / 16.6KB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0" y="114300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state, i18n, events, tour, init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80960" y="114300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7%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1984248"/>
            <a:ext cx="82296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984248"/>
            <a:ext cx="73152" cy="80467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0299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data/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23957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modules / 63.9KB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0" y="2075688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presets, questions, techdb, help, templates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80960" y="2075688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27%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57200" y="2916936"/>
            <a:ext cx="82296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916936"/>
            <a:ext cx="73152" cy="80467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296265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generators/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" y="332841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modules / 48.3KB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0" y="3008376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index, p1-sdd, p2-dev, p3-mcp, p4-ai, p7-road, docs, common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680960" y="3008376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20%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57200" y="3849624"/>
            <a:ext cx="82296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849624"/>
            <a:ext cx="73152" cy="80467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389534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ui/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5800" y="426110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modules / 86.1KB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43200" y="3941064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wizard, render, edit, confirm, preview, editor, diff, dashboard, explorer, launcher, export, project, templates, ...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680960" y="3941064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36%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solidFill>
            <a:srgbClr val="E2E8F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0080" y="45720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ビルド: 36モジュール → build.js → 1 HTML (285KB / gzip 88KB)   |   JS 81.6% + CSS 15.2% + HTML 3.3%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D4E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>
                    <a:alpha val="8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②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🔧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準備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3832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動作環境 — 起動方法 — 3つの初期選択 — データ保存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DevForge v9 完全解説 — © 2026 エンジニアリングのタネ制作委員会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動作環境と起動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828800" cy="731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515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Chrome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651760" y="1051560"/>
            <a:ext cx="1828800" cy="731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51760" y="10515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Firefox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1828800" cy="731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0515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Safari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0" y="1051560"/>
            <a:ext cx="1828800" cy="731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0" y="10515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Edge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2011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起動手順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0080" y="2560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" y="2542032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" y="25420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25420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HTMLファイルを受け取る（ダウンロード等）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3063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" y="3044952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" y="3044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30449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ブラウザにドラッグ＆ドロップ or ダブルクリック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3566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2648" y="3547872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612648" y="35478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43000" y="35478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即座に起動 — インストール不要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0" y="2011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外部ライブラリ (CDN)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029200" y="2560320"/>
            <a:ext cx="365760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166360" y="2578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JSZip 3.10.1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66360" y="28346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エクスポート → 失敗時: 「全ファイルコピー」で代替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0" y="3246120"/>
            <a:ext cx="365760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166360" y="32644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marked 12.0.2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66360" y="35204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プレビュー → 失敗時: プレーンテキスト表示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0" y="3931920"/>
            <a:ext cx="365760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166360" y="39502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Mermaid 10.9.1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66360" y="42062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ダイアグラム → 失敗時: 遅延読込・なしで続行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DevForge v9 完全解説 — © 2026 エンジニアリングのタネ制作委員会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3つの初期選択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56032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256032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選択① スキルレベル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🌱 Beginner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主要選択肢のみ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経験1年未満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Intermediate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971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中級オプション追加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経験1〜3年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611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🔥 Professional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9319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全オプション開放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確認ダイアログ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0" y="1051560"/>
            <a:ext cx="256032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1051560"/>
            <a:ext cx="256032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1188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選択② プロジェクト名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74720" y="1737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テキスト入力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474720" y="2194560"/>
            <a:ext cx="219456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21945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my-saas-app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74720" y="28346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生成ファイルのルートフォルダ名やドキュメントタイトルに使用される。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100文字以内、危険文字は自動除去。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1051560"/>
            <a:ext cx="256032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1051560"/>
            <a:ext cx="256032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1188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選択③ プリセット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09360" y="1737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26種類から選択（省略可）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09360" y="21488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 |  ECサイト  |  SNS  |  ポートフォリオ  |  業務ツール  |  学習PF  |  CMS  |  API  |  ...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09360" y="3200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選択すると目的・ターゲット・技術スタック等が自動入力。カスタムも可能。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DevForge v9 完全解説 — © 2026 エンジニアリングのタネ制作委員会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データ保存 — localStorage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32004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キー名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用途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内容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devforge-v9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メイン状態 (S全体のJSON)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phase, step, answers, files, ...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devforge-projects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プロジェクト一覧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複数プロジェクトの切替用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devforge-theme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テーマ設定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dark / light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devforge-templates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保存テンプレート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再利用可能な設定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devforge-tour-done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ツアー完了フラグ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初回ガイド表示制御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devforge-road-{name}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ロードマップ進捗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チェックリスト状態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7F1D1D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39319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注意: </a:t>
            </a:r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ブラウザキャッシュを削除すると全データが消失します。重要なプロジェクトは定期的に JSON エクスポート または ZIP ダウンロード してください。v8キーからの自動移行ロジックも内蔵。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D4E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>
                    <a:alpha val="8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③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🚀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手順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3832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1→2→3 — 複雑度分析 — ファイル生成 — エクスポート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DevForge v9 完全解説 — © 2026 エンジニアリングのタネ制作委員会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ワークスペース構成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⚒️ DevForge v9         🌐  🌙  ❓  ⌨️  📁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8229600" cy="7315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417320"/>
            <a:ext cx="27432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554480"/>
            <a:ext cx="39319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                    1/5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01168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チャットパネル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プロジェクトの目的は？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[チップ選択 / 自由入力]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[スキップ]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80560" y="1554480"/>
            <a:ext cx="42062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6002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📁 プレビューパネル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0" y="1965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①SDD  ②Dev  ③MCP  ④AI  ⑤Explorer  ⑥Dash  ⑦Road  ⑧Launch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54880" y="233172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ファイルツリー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.spec/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sdd.md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 tech-context.md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.devcontainer/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 devcontainer.json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 Dockerfile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CLAUDE.md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...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46177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チャット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80560" y="461772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プレビュー →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DevForge v9 完全解説 — © 2026 エンジニアリングのタネ制作委員会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3フェーズ × 約24問のウィザード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606040" cy="3291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51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1: プロジェクト定義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0" y="10515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目的 (chip-text)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9842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ターゲット (chip-multi+D&amp;D)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45973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KPI (chip-multi)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93522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Q4: スコープ外 (chip-multi)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41071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Q5: リリース目標 (options)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46120" y="1005840"/>
            <a:ext cx="2606040" cy="3291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37560" y="1051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2: 技術選定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10515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~11問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29000" y="15087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フロントエンド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29000" y="18562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CSS フレームワーク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29000" y="220370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バックエンド / DB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29000" y="255117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認証方式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29000" y="28986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API設計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29000" y="32461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デプロイ先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29000" y="35935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CI/CD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29000" y="394106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モニタリング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29000" y="42885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...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35040" y="1005840"/>
            <a:ext cx="2606040" cy="3291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26480" y="1051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3: 機能設計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818120" y="10515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~8問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17920" y="15087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MVP機能リスト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0" y="18562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データエンティティ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0" y="220370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画面設計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17920" y="255117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開発手法 (TDD/BDD/DDD)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17920" y="28986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CMS連携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17920" y="32461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決済連携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17920" y="35935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AI自律開発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17920" y="394106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...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入力タイプ:  chip-text(単一選択/入力)  |  chip-multi(複数選択→D&amp;Dソート)  |  options(カード型択一)  |  スキップ可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DevForge v9 完全解説 — © 2026 エンジニアリングのタネ制作委員会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ファイル生成 → エクスポート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生成フロー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144475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全質問完了 → 複雑度分析 (0-100pt)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029968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0299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20116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「📦 60+ファイル生成」ボタン表示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596896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5968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280" y="257860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生成言語選択 (🇯🇵日本語 / 🇺🇸English)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163824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16382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7280" y="314553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0.5秒で60+ファイル一括生成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730752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730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97280" y="371246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ファイルツリー + Markdownプレビュー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6つのエクスポート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029200" y="1463040"/>
            <a:ext cx="3657600" cy="457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166360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📦 ZIP ダウンロード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1463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全ファイルをZIPアーカイブ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0" y="2011680"/>
            <a:ext cx="3657600" cy="457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166360" y="2011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📄 PDF 印刷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2011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MD→HTML→Ctrl+P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0" y="2560320"/>
            <a:ext cx="3657600" cy="457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166360" y="2560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全ファイルコピー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0" y="2560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結合テキストをクリップボード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29200" y="3108960"/>
            <a:ext cx="3657600" cy="457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166360" y="3108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AI向けMarkdown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58000" y="3108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TOC付きMD (AI投入用)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29200" y="3657600"/>
            <a:ext cx="3657600" cy="457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166360" y="3657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💾 テンプレート保存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58000" y="3657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設定をlocalStorageに保存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029200" y="4206240"/>
            <a:ext cx="3657600" cy="457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166360" y="4206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🔗 URL共有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58000" y="4206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Base64エンコードでURL共有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D4E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>
                    <a:alpha val="8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④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⚡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応用テクニック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3832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エディタ — 差分 — Explorer — AIランチャー — プロジェクト管理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DevForge v9 完全解説 — © 2026 エンジニアリングのタネ制作委員会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インラインエディタ &amp; 差分ビューア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8404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97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📝 インラインエディタ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生成ファイルを直接編集可能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Tab キーでインデント挿入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Ctrl+S で即座に保存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「edited」マーク表示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「↩️ 元に戻す」で初期状態に復元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保存  |  ↩️ 元に戻す  |  👁 プレビュー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005840"/>
            <a:ext cx="41148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097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🔄 差分ビューア (LCS)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54880" y="1645920"/>
            <a:ext cx="3749040" cy="23774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645920"/>
            <a:ext cx="3566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Project Overview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984248"/>
            <a:ext cx="3749040" cy="338328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984248"/>
            <a:ext cx="3566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frontend: React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2322576"/>
            <a:ext cx="3749040" cy="338328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2322576"/>
            <a:ext cx="3566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frontend: Next.js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2660904"/>
            <a:ext cx="3566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backend: Supabase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999232"/>
            <a:ext cx="3749040" cy="338328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2999232"/>
            <a:ext cx="3566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deploy: Vercel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3337560"/>
            <a:ext cx="3749040" cy="338328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3337560"/>
            <a:ext cx="3566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deploy: Cloudflare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3675888"/>
            <a:ext cx="3566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auth: OAuth 2.0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4160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再生成時の変更を色分け表示（緑=追加 / 赤=削除）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DevForge v9 完全解説 — © 2026 エンジニアリングのタネ制作委員会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Explorer &amp; AIランチャー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023360" cy="3657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⑤ 並列スタック探索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5727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スキルマッチ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48840" y="1618488"/>
            <a:ext cx="1920240" cy="1828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4160520" y="157276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25pt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19202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フロントエンド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48840" y="1965960"/>
            <a:ext cx="1554480" cy="1828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3794760" y="192024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20pt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22677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バックエンド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148840" y="2313432"/>
            <a:ext cx="1554480" cy="1828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3794760" y="226771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20pt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261518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モバイル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148840" y="2660904"/>
            <a:ext cx="777240" cy="1828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3017520" y="261518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10pt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296265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決済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148840" y="3008376"/>
            <a:ext cx="777240" cy="1828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3017520" y="296265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10pt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33101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AI統合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148840" y="3355848"/>
            <a:ext cx="777240" cy="1828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4" name="Text 22"/>
          <p:cNvSpPr/>
          <p:nvPr/>
        </p:nvSpPr>
        <p:spPr>
          <a:xfrm>
            <a:off x="3017520" y="331012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10pt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1520" y="36576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エコシステム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148840" y="3703320"/>
            <a:ext cx="384048" cy="1828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7" name="Text 25"/>
          <p:cNvSpPr/>
          <p:nvPr/>
        </p:nvSpPr>
        <p:spPr>
          <a:xfrm>
            <a:off x="2624328" y="36576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5pt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4069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7スタック候補: Next.js+Supabase, Next.js+Express, SvelteKit, Nuxt, Expo, ...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937760" y="1097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⑧ AIプロンプトランチャー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93776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6テンプレート: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0" y="1874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実装指示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58000" y="1874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コードレビュー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0" y="2194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テスト生成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58000" y="2194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リファクタ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0" y="2514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ドキュメント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858000" y="2514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🐛 デバッグ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37760" y="2926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トークン推定 &amp; モデル適合: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120640" y="3246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Claude 3.5 (200K): 22%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120640" y="3566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GPT-4 (128K): 35%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120640" y="3886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Gemini (1M): 4.5%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120640" y="42062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フォルダ別トークン分析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DevForge v9 完全解説 — © 2026 エンジニアリングのタネ制作委員会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プロジェクト管理 &amp; キーボードショートカット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97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📁 プロジェクト管理 (Ctrl+M)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複数プロジェクトの保存・切替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8928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JSON形式でエクスポート/インポート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7685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プロジェクト削除・新規作成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66090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テンプレート保存 &amp; URL共有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0233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⌨️ キーボードショートカット (Ctrl+K)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508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 / Ctrl+H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09360" y="1508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ヘルプ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18105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09360" y="18105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ショートカット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21122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09360" y="21122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テーマ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24140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09360" y="24140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言語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2715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09360" y="27157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エクスポート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3017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Ctrl+Shift+C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09360" y="3017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全コピー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566160"/>
            <a:ext cx="26060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94360" y="3611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♿ アクセシビリティ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" y="39319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50+ / フォーカストラップ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スクリーンリーダー対応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スキップリンク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46120" y="3566160"/>
            <a:ext cx="26060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383280" y="3611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🎙️ 音声入力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83280" y="39319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Chrome/Edge対応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日本語/英語自動切替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035040" y="3566160"/>
            <a:ext cx="26060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172200" y="3611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🌐 バイリンガル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72200" y="39319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UI言語と生成言語が独立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日本語UIで英語ドキュメント生成可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動的言語切替 (Ctrl+L)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D4E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>
                    <a:alpha val="8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⑤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⚠️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よくある失敗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3832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6つの典型パターンと対処法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DevForge v9 完全解説 — © 2026 エンジニアリングのタネ制作委員会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よくある失敗 ❶❷❸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188720"/>
            <a:ext cx="548640" cy="5486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❶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097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スキルレベル選択ミス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46304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Beginnerが Pro を選択 → 大量の未知オプション → 混乱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173736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1年未満→Beginner / 1-3年→Intermediate / 3年+→Pro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46888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❷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スキップのしすぎ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274320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大量スキップ → 生成ファイルの品質が低下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71600" y="301752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最低4問は必須回答: 目的・ターゲット・FE・BE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749040"/>
            <a:ext cx="548640" cy="548640"/>
          </a:xfrm>
          <a:prstGeom prst="ellipse">
            <a:avLst/>
          </a:prstGeom>
          <a:solidFill>
            <a:srgbClr val="EAB30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❸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71600" y="3657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プリセットへの過度な依存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402336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自動入力値をそのまま送信 → 要件不一致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71600" y="429768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プリセットは出発点。必ず確認・修正する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DevForge v9 完全解説 — © 2026 エンジニアリングのタネ制作委員会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よくある失敗 ❹❺❻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188720"/>
            <a:ext cx="548640" cy="5486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❹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097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ブラウザキャッシュの消失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46304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キャッシュクリア → 全プロジェクトデータが消失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173736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定期的にJSONエクスポート or ZIPダウンロード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46888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❺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オフラインZIPエクスポート失敗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274320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JSZip CDN読込失敗 → ZIPボタンがエラー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71600" y="301752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代替: 「全ファイルコピー」(オフライン対応)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749040"/>
            <a:ext cx="548640" cy="548640"/>
          </a:xfrm>
          <a:prstGeom prst="ellipse">
            <a:avLst/>
          </a:prstGeom>
          <a:solidFill>
            <a:srgbClr val="EAB30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❻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71600" y="3657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再生成時の上書き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402336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手動編集済みファイルが再生成で消失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71600" y="429768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再生成前に差分ビューアで確認 &amp; 編集内容をコピー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D4E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>
                    <a:alpha val="8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⑥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📋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まとめ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3832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全体フロー — 数字で振り返り — 最適な活用シーン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DevForge v9 完全解説 — © 2026 エンジニアリングのタネ制作委員会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DevForge v9 完全フロー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86868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868680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37160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920240"/>
            <a:ext cx="777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ブラウザで HTML を開く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96696" y="24688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225296" y="1188720"/>
            <a:ext cx="86868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225296" y="1188720"/>
            <a:ext cx="86868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1225296" y="137160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選択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71016" y="1920240"/>
            <a:ext cx="777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スキルLv / プロジェクト名 / プリセット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947672" y="24688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176272" y="1188720"/>
            <a:ext cx="86868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176272" y="1188720"/>
            <a:ext cx="86868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2176272" y="137160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21992" y="1920240"/>
            <a:ext cx="777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プロジェクト定義 (5問)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898648" y="24688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127248" y="1188720"/>
            <a:ext cx="86868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27248" y="1188720"/>
            <a:ext cx="86868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2" name="Text 20"/>
          <p:cNvSpPr/>
          <p:nvPr/>
        </p:nvSpPr>
        <p:spPr>
          <a:xfrm>
            <a:off x="3127248" y="137160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172968" y="1920240"/>
            <a:ext cx="777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技術選定 (~11問)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849624" y="24688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078224" y="1188720"/>
            <a:ext cx="86868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078224" y="1188720"/>
            <a:ext cx="86868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7" name="Text 25"/>
          <p:cNvSpPr/>
          <p:nvPr/>
        </p:nvSpPr>
        <p:spPr>
          <a:xfrm>
            <a:off x="4078224" y="137160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23944" y="1920240"/>
            <a:ext cx="777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機能設計 (~8問)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00600" y="24688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029200" y="1188720"/>
            <a:ext cx="86868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029200" y="1188720"/>
            <a:ext cx="868680" cy="54864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0" y="137160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B3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分析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74920" y="1920240"/>
            <a:ext cx="777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複雑度スコア (0-100pt)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751576" y="24688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980176" y="1188720"/>
            <a:ext cx="86868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980176" y="1188720"/>
            <a:ext cx="86868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7" name="Text 35"/>
          <p:cNvSpPr/>
          <p:nvPr/>
        </p:nvSpPr>
        <p:spPr>
          <a:xfrm>
            <a:off x="5980176" y="137160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生成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025896" y="1920240"/>
            <a:ext cx="777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60+ファイル一括生成 (0.5秒)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702552" y="24688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931152" y="1188720"/>
            <a:ext cx="86868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931152" y="1188720"/>
            <a:ext cx="868680" cy="54864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2" name="Text 40"/>
          <p:cNvSpPr/>
          <p:nvPr/>
        </p:nvSpPr>
        <p:spPr>
          <a:xfrm>
            <a:off x="6931152" y="137160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活用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976872" y="1920240"/>
            <a:ext cx="777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Pillar で分析・編集・比較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653528" y="24688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7882128" y="1188720"/>
            <a:ext cx="86868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882128" y="1188720"/>
            <a:ext cx="868680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7" name="Text 45"/>
          <p:cNvSpPr/>
          <p:nvPr/>
        </p:nvSpPr>
        <p:spPr>
          <a:xfrm>
            <a:off x="7882128" y="137160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EXPORT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927848" y="1920240"/>
            <a:ext cx="777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/ PDF / コピー / AI MD / URL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10〜15分で完了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DevForge v9 完全解説 — © 2026 エンジニアリングのタネ制作委員会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数字で見る DevForge v9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920240" cy="1051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972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285KB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ファイルサイズ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06040" y="1005840"/>
            <a:ext cx="1920240" cy="1051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06040" y="10972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36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606040" y="16642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モジュール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1920240" cy="1051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0972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754880" y="16642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03720" y="1005840"/>
            <a:ext cx="1920240" cy="1051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03720" y="10972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60+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903720" y="16642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生成ファイル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286000"/>
            <a:ext cx="1920240" cy="1051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23774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26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57200" y="294436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プリセット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606040" y="2286000"/>
            <a:ext cx="1920240" cy="1051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606040" y="23774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231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2606040" y="294436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TechDB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2286000"/>
            <a:ext cx="1920240" cy="1051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54880" y="23774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AB30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4754880" y="294436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質問数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903720" y="2286000"/>
            <a:ext cx="1920240" cy="1051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903720" y="23774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6903720" y="294436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エクスポート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3566160"/>
            <a:ext cx="1920240" cy="1051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" y="36576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32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457200" y="42245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606040" y="3566160"/>
            <a:ext cx="1920240" cy="1051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606040" y="36576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123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2606040" y="42245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関数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754880" y="3566160"/>
            <a:ext cx="1920240" cy="1051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754880" y="36576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522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4754880" y="42245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CSS行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903720" y="3566160"/>
            <a:ext cx="1920240" cy="10515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903720" y="36576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3000" dirty="0"/>
          </a:p>
        </p:txBody>
      </p:sp>
      <p:sp>
        <p:nvSpPr>
          <p:cNvPr id="40" name="Text 38"/>
          <p:cNvSpPr/>
          <p:nvPr/>
        </p:nvSpPr>
        <p:spPr>
          <a:xfrm>
            <a:off x="6903720" y="42245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サーバー依存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DevForge v9 完全解説 — © 2026 エンジニアリングのタネ制作委員会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DevForge v9 が最も輝く場面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73152" cy="8229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4300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🆕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28016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新規プロジェクト立ち上げ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14630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ドキュメントの「ゼロ→1」を10分で達成。SDD・Docker・AIルール全てが揃う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11680"/>
            <a:ext cx="73152" cy="82296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1031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280160" y="2103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AIコーディングツール連携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24231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AIランチャーで全仕様をClaudeやGPT-4に一括投入。仕様を理解したコード生成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971800"/>
            <a:ext cx="73152" cy="82296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0632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👥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280160" y="3063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チーム間の仕様共有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33832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URL共有やZIPエクスポートで技術仕様を即座に共有。新メンバーのオンボーディングにも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931920"/>
            <a:ext cx="73152" cy="8229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02336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280160" y="4023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技術選定の意思決定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80160" y="43434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Explorer機能で7スタックを100点スコアリング比較。客観的データで選定根拠を示す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D4E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⚒️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DevForge v9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AI駆動開発の最初の一歩を、ここから。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285KB  ·  60+ files  ·  8 Pillars  ·  0 servers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エンジニアリングのタネ制作委員会 ｜ 作成者：にしあん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DevForge v9 完全解説</dc:title>
  <dc:subject>PptxGenJS Presentation</dc:subject>
  <dc:creator>にしあん / エンジニアリングのタネ制作委員会</dc:creator>
  <cp:lastModifiedBy>にしあん / エンジニアリングのタネ制作委員会</cp:lastModifiedBy>
  <cp:revision>1</cp:revision>
  <dcterms:created xsi:type="dcterms:W3CDTF">2026-02-08T13:45:08Z</dcterms:created>
  <dcterms:modified xsi:type="dcterms:W3CDTF">2026-02-08T13:45:08Z</dcterms:modified>
</cp:coreProperties>
</file>